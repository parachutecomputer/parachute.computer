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Everyone is racing to build</a:t>
            </a:r>
            <a:br/>
            <a:r>
              <a:t>your AI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OpenClaw. Claude Cowork. ZoComputer. Perplexity Computer. Manus.</a:t>
            </a:r>
            <a:br/>
            <a:r>
              <a:t>Over 100 million people already pay $20+/month for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72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6400" b="0">
                <a:solidFill>
                  <a:srgbClr val="4A7C59"/>
                </a:solidFill>
                <a:latin typeface="Georgia"/>
              </a:defRPr>
            </a:pPr>
            <a:r>
              <a:t>$50B+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48006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agentic AI market by 2030 · 44% CAGR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Features get cloned in weeks. It’s a race to the bottom. So we stopped trying to win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There’s no knowledge layer.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Every AI platform stores personal context the same way:</a:t>
            </a:r>
            <a:br/>
            <a:r>
              <a:t>one flat text file. No structure. No knowledge about your</a:t>
            </a:r>
            <a:br/>
            <a:r>
              <a:t>projects, people, or patterns over time.</a:t>
            </a:r>
            <a:br/>
            <a:r>
              <a:t>There’s no portable, structured knowledge layer that works across tools.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720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And there’s a deeper problem: how your thinking gets into</a:t>
            </a:r>
            <a:br/>
            <a:r>
              <a:t>the system. You can talk to your AI, but that’s a conversation —</a:t>
            </a:r>
            <a:br/>
            <a:r>
              <a:t>the AI is always in the middle.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Tools that help us think for ourselves — not just think with AI —</a:t>
            </a:r>
            <a:br/>
            <a:r>
              <a:t>produce the quality of thinking that makes AI most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Parachute Daily.</a:t>
            </a:r>
            <a:br/>
            <a:r>
              <a:t>Just talk.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 voice-first journal.</a:t>
            </a:r>
            <a:br/>
            <a:br/>
            <a:r>
              <a:t>Speak into a wearable pendant or your phone —</a:t>
            </a:r>
            <a:br/>
            <a:r>
              <a:t>on a walk, in the car, wherever thinking happens.</a:t>
            </a:r>
            <a:br/>
            <a:br/>
            <a:r>
              <a:t>Simple for humans. Native for AI.</a:t>
            </a:r>
            <a:br/>
            <a:r>
              <a:t>No learning curve. Just talk.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3200400"/>
            <a:ext cx="4114800" cy="274320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PENDANT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Wearable voice capture device.</a:t>
            </a:r>
            <a:br/>
            <a:br/>
            <a:r>
              <a:t>Press a button. Talk.</a:t>
            </a:r>
            <a:br/>
            <a:r>
              <a:t>Your thoughts are transcribed and</a:t>
            </a:r>
            <a:br/>
            <a:r>
              <a:t>structured by the time you’re home.</a:t>
            </a:r>
            <a:br/>
            <a:br/>
            <a:r>
              <a:t>Working prototype on stage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AGENT-NATIVE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Don’t compete with agents.</a:t>
            </a:r>
            <a:br/>
            <a:r>
              <a:t>Build the tool layer they all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Spin up a knowledge vault in seconds.</a:t>
            </a:r>
            <a:br/>
            <a:r>
              <a:t>Give any AI an MCP link. That’s it.</a:t>
            </a:r>
            <a:br/>
            <a:r>
              <a:t>Your data lives in a graph database:</a:t>
            </a:r>
            <a:br/>
            <a:r>
              <a:t>Notes, Tags, and Links.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480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Built on MCP — the open standard for</a:t>
            </a:r>
            <a:br/>
            <a:r>
              <a:t>connecting AI to tools. Whatever AI you</a:t>
            </a:r>
            <a:br/>
            <a:r>
              <a:t>already use, Parachute makes it better.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743200"/>
            <a:ext cx="50292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9A9690"/>
                </a:solidFill>
                <a:latin typeface="Courier New"/>
              </a:defRPr>
            </a:pPr>
            <a: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2C2A26"/>
                </a:solidFill>
                <a:latin typeface="Calibri"/>
              </a:defRPr>
            </a:pPr>
            <a:r>
              <a:t>Parachute Daily  ·  Pendant  ·  Phone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566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8404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A7C59"/>
                </a:solidFill>
                <a:latin typeface="Courier New"/>
              </a:defRPr>
            </a:pPr>
            <a:r>
              <a:t>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4069080"/>
            <a:ext cx="4389120" cy="4572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4A7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4114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7C59"/>
                </a:solidFill>
                <a:latin typeface="Calibri"/>
              </a:defRPr>
            </a:pPr>
            <a:r>
              <a:t>Parachute Server — Notes · Tags · Links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572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A9690"/>
                </a:solidFill>
                <a:latin typeface="Courier New"/>
              </a:defRPr>
            </a:pPr>
            <a:r>
              <a:t>↓ 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846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9A9690"/>
                </a:solidFill>
                <a:latin typeface="Courier New"/>
              </a:defRPr>
            </a:pPr>
            <a:r>
              <a:t>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51206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2C2A26"/>
                </a:solidFill>
                <a:latin typeface="Calibri"/>
              </a:defRPr>
            </a:pPr>
            <a:r>
              <a:t>Claude  ·  ChatGPT  ·  OpenClaw  ·  Any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C2A26"/>
                </a:solidFill>
                <a:latin typeface="Georgia"/>
              </a:defRPr>
            </a:pPr>
            <a:r>
              <a:t>We’re not trying to build the most intelligent tool. We’re building the most important tool for intelligent systems to 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Context compounds.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Every note, every voice entry builds a richer personal data layer —</a:t>
            </a:r>
            <a:br/>
            <a:r>
              <a:t>not a flat text file, but a real graph that can be queried across months and years.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062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2062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Capture thoughts in Daily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634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663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Build months of personal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1206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5120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Connect any AI via 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5778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577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AI already knows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0350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ourier New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6035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A7C59"/>
                </a:solidFill>
                <a:latin typeface="Georgia"/>
              </a:defRPr>
            </a:pPr>
            <a:r>
              <a:t>Switching cost through genuine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20624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Open source (AGPL-3.0)</a:t>
            </a:r>
            <a:br/>
            <a:r>
              <a:t>Local-first</a:t>
            </a:r>
            <a:br/>
            <a:r>
              <a:t>Public Benefit Corporation</a:t>
            </a:r>
            <a:br/>
            <a:br/>
            <a:r>
              <a:t>Your data is yours —</a:t>
            </a:r>
            <a:br/>
            <a:r>
              <a:t>portable, exportable, self-hostable.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Start free.</a:t>
            </a:r>
            <a:br/>
            <a:r>
              <a:t>Grow with every user.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9A9690"/>
                </a:solidFill>
                <a:latin typeface="Georgia"/>
              </a:defRPr>
            </a:pPr>
            <a:r>
              <a:t>Free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13639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Offline journal + on-device transcription. Zero hosting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$2/mo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7764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Cloud sync + MCP access — your notes available to any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$5/mo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41655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Cloud transcription + cleanup — server-side, better accuracy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937760"/>
            <a:ext cx="9601200" cy="502920"/>
          </a:xfrm>
          <a:prstGeom prst="roundRect">
            <a:avLst/>
          </a:prstGeom>
          <a:solidFill>
            <a:srgbClr val="E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4A7C59"/>
                </a:solidFill>
                <a:latin typeface="Georgia"/>
              </a:defRPr>
            </a:pPr>
            <a:r>
              <a:t>$10/mo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50566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AI reflections, vector search, and synthesis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943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9A9690"/>
                </a:solidFill>
                <a:latin typeface="Calibri"/>
              </a:defRPr>
            </a:pPr>
            <a:r>
              <a:t>100M+ people already pay $20+/mo for AI. We’re not competing with that subscription —</a:t>
            </a:r>
            <a:br/>
            <a:r>
              <a:t>we’re the $2–10 add-on that makes it dramatically better. Free tier = zero hosting cost.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Profitable by year three.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3017520"/>
          <a:ext cx="74980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1645920"/>
                <a:gridCol w="1645920"/>
              </a:tblGrid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2026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Free users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75,000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Paid subscribers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8,000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50,000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Avg rev / subscriber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ARR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~$30K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~$480K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~$3M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Team costs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~$150K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~$400K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~$800K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Infra + COGS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~$100K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~$400K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Total opex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~$160K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~$1.2M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3716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100M+ AI users are all potential customers. Conservative given the scale of the opportunity.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TEAM &amp; 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Self-funded.</a:t>
            </a:r>
            <a:br/>
            <a:r>
              <a:t>Built from scratch.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310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3291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6860"/>
                </a:solidFill>
                <a:latin typeface="Calibri"/>
              </a:defRPr>
            </a:pPr>
            <a:r>
              <a:t>Working app with local voice transcription + graph-native 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69417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67588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6860"/>
                </a:solidFill>
                <a:latin typeface="Calibri"/>
              </a:defRPr>
            </a:pPr>
            <a:r>
              <a:t>MCP server with Notes, Tags, Links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07822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05993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6860"/>
                </a:solidFill>
                <a:latin typeface="Calibri"/>
              </a:defRPr>
            </a:pPr>
            <a:r>
              <a:t>Functional pendant prototype (on stage today)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46227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4439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6860"/>
                </a:solidFill>
                <a:latin typeface="Calibri"/>
              </a:defRPr>
            </a:pPr>
            <a:r>
              <a:t>Daily beta launching this month · PBC incorporated in Colorado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3017520"/>
            <a:ext cx="4572000" cy="292608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6576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Aaron Gabriel Neyer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8862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Founder · Product &amp;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1148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Jon 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3434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Daily co-lead · Founding engineer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5720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Lucian Hymer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8006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Server co-lead · Founding engineer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50292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Marvin Melzer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52578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Hardware · Pendant prototype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54864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Neil Yarnal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7150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Brand &amp;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MA Ecopsychology · MS Creative Technology &amp; Design (CU ATLAS, graduating May 2026) · Founding engineer ×2 · Ex-Google · 10+ years full stack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Raising $300K to launch</a:t>
            </a:r>
            <a:br/>
            <a:r>
              <a:t>the memory layer.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017520"/>
            <a:ext cx="5486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246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Instrument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246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SAFE (YC standard)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749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749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Core team full-time through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251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Production launch by June · revenue immediately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03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2C2A26"/>
                </a:solidFill>
                <a:latin typeface="Georgia"/>
              </a:defRPr>
            </a:pPr>
            <a:r>
              <a:t>A memory layer for humans and AI</a:t>
            </a:r>
            <a:br/>
            <a:r>
              <a:t>to think and remember together.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6126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Aaron Gabriel Neyer  ·  aaron@parachute.computer  ·  (513) 593-1721  ·  Boulder, 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