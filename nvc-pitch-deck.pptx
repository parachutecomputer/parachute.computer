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Everyone is racing to build</a:t>
            </a:r>
            <a:br/>
            <a:r>
              <a:t>your AI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OpenClaw. Claude Cowork. ZoComputer. Perplexity Computer. Manus.</a:t>
            </a:r>
            <a:br/>
            <a:r>
              <a:t>Over 100 million people already pay $20+/month for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6400" b="0">
                <a:solidFill>
                  <a:srgbClr val="4A7C59"/>
                </a:solidFill>
                <a:latin typeface="Georgia"/>
              </a:defRPr>
            </a:pPr>
            <a:r>
              <a:t>$50B+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800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agentic AI market by 2030 · 44%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C2A26"/>
                </a:solidFill>
                <a:latin typeface="Georgia"/>
              </a:defRPr>
            </a:pPr>
            <a:r>
              <a:t>Features get cloned in weeks. It’s a race to the bottom. So we stopped trying to win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There’s no knowledge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6860"/>
                </a:solidFill>
                <a:latin typeface="Calibri"/>
              </a:defRPr>
            </a:pPr>
            <a:r>
              <a:t>Every AI platform stores personal context the same way:</a:t>
            </a:r>
            <a:br/>
            <a:r>
              <a:t>one flat text file. No structure. No knowledge about your</a:t>
            </a:r>
            <a:br/>
            <a:r>
              <a:t>projects, people, or patterns over time.</a:t>
            </a:r>
            <a:br/>
            <a:r>
              <a:t>There’s no portable, structured knowledge layer that works across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And there’s a deeper problem: how your thinking gets into</a:t>
            </a:r>
            <a:br/>
            <a:r>
              <a:t>the system. You can talk to your AI, but that’s a conversation —</a:t>
            </a:r>
            <a:br/>
            <a:r>
              <a:t>the AI is always in the middle.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Tools that help us think for ourselves — not just think with AI —</a:t>
            </a:r>
            <a:br/>
            <a:r>
              <a:t>produce the quality of thinking that makes AI most useful.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Parachute Daily.</a:t>
            </a:r>
            <a:br/>
            <a:r>
              <a:t>Just talk.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6860"/>
                </a:solidFill>
                <a:latin typeface="Calibri"/>
              </a:defRPr>
            </a:pPr>
            <a:r>
              <a:t>A voice-first journal.</a:t>
            </a:r>
            <a:br/>
            <a:br/>
            <a:r>
              <a:t>Speak into a wearable pendant or your phone —</a:t>
            </a:r>
            <a:br/>
            <a:r>
              <a:t>on a walk, in the car, wherever thinking happens.</a:t>
            </a:r>
            <a:br/>
            <a:br/>
            <a:r>
              <a:t>Simple for humans. Native for AI.</a:t>
            </a:r>
            <a:br/>
            <a:r>
              <a:t>No learning curve. Just talk.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200400"/>
            <a:ext cx="4114800" cy="274320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PENDANT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9319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Wearable voice capture device.</a:t>
            </a:r>
            <a:br/>
            <a:br/>
            <a:r>
              <a:t>Press a button. Talk.</a:t>
            </a:r>
            <a:br/>
            <a:r>
              <a:t>Your thoughts are transcribed and</a:t>
            </a:r>
            <a:br/>
            <a:r>
              <a:t>structured by the time you’re home.</a:t>
            </a:r>
            <a:br/>
            <a:br/>
            <a:r>
              <a:t>Working prototype on stage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AGENT-NATIVE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Don’t compete with agents.</a:t>
            </a:r>
            <a:br/>
            <a:r>
              <a:t>Build the tool layer they all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Spin up a knowledge vault in seconds.</a:t>
            </a:r>
            <a:br/>
            <a:r>
              <a:t>Give any AI an MCP link. That’s it.</a:t>
            </a:r>
            <a:br/>
            <a:r>
              <a:t>Your data lives in a graph database:</a:t>
            </a:r>
            <a:br/>
            <a:r>
              <a:t>Notes, Tags, and Links.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6860"/>
                </a:solidFill>
                <a:latin typeface="Calibri"/>
              </a:defRPr>
            </a:pPr>
            <a:r>
              <a:t>Built on MCP — the open standard for</a:t>
            </a:r>
            <a:br/>
            <a:r>
              <a:t>connecting AI to tools. Whatever AI you</a:t>
            </a:r>
            <a:br/>
            <a:r>
              <a:t>already use, Parachute makes it better.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029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A9690"/>
                </a:solidFill>
                <a:latin typeface="Courier New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C2A26"/>
                </a:solidFill>
                <a:latin typeface="Calibri"/>
              </a:defRPr>
            </a:pPr>
            <a:r>
              <a:t>Parachute Daily  ·  Pendant  ·  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A7C59"/>
                </a:solidFill>
                <a:latin typeface="Courier New"/>
              </a:defRPr>
            </a:pPr>
            <a: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069080"/>
            <a:ext cx="4389120" cy="4572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7C59"/>
                </a:solidFill>
                <a:latin typeface="Calibri"/>
              </a:defRPr>
            </a:pPr>
            <a:r>
              <a:t>Parachute Vault — Notes · Tags ·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A9690"/>
                </a:solidFill>
                <a:latin typeface="Courier New"/>
              </a:defRPr>
            </a:pPr>
            <a:r>
              <a:t>↓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846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A9690"/>
                </a:solidFill>
                <a:latin typeface="Courier New"/>
              </a:defRPr>
            </a:pPr>
            <a:r>
              <a:t>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C2A26"/>
                </a:solidFill>
                <a:latin typeface="Calibri"/>
              </a:defRPr>
            </a:pPr>
            <a:r>
              <a:t>Claude  ·  ChatGPT  ·  OpenClaw  ·  Any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C2A26"/>
                </a:solidFill>
                <a:latin typeface="Georgia"/>
              </a:defRPr>
            </a:pPr>
            <a:r>
              <a:t>We’re not trying to build the most intelligent tool. We’re building the most important tool for intelligent systems to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Context compounds.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B6860"/>
                </a:solidFill>
                <a:latin typeface="Calibri"/>
              </a:defRPr>
            </a:pPr>
            <a:r>
              <a:t>Every note, every voice entry builds a richer personal data layer —</a:t>
            </a:r>
            <a:br/>
            <a:r>
              <a:t>not a flat text file, but a real graph that can be queried across months and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06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Capture thoughts in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Build months of personal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120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Connect any AI via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778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690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577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2A26"/>
                </a:solidFill>
                <a:latin typeface="Georgia"/>
              </a:defRPr>
            </a:pPr>
            <a:r>
              <a:t>AI already knows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0350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7C59"/>
                </a:solidFill>
                <a:latin typeface="Courier New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6035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7C59"/>
                </a:solidFill>
                <a:latin typeface="Georgia"/>
              </a:defRPr>
            </a:pPr>
            <a:r>
              <a:t>Switching cost through genuine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860"/>
                </a:solidFill>
                <a:latin typeface="Calibri"/>
              </a:defRPr>
            </a:pPr>
            <a:r>
              <a:t>Open source (AGPL-3.0)</a:t>
            </a:r>
            <a:br/>
            <a:r>
              <a:t>Local-first</a:t>
            </a:r>
            <a:br/>
            <a:r>
              <a:t>Public Benefit Corporation</a:t>
            </a:r>
            <a:br/>
            <a:br/>
            <a:r>
              <a:t>Your data is yours —</a:t>
            </a:r>
            <a:br/>
            <a:r>
              <a:t>portable, exportable, self-hostable.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Start free.</a:t>
            </a:r>
            <a:br/>
            <a:r>
              <a:t>Grow with every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A9690"/>
                </a:solidFill>
                <a:latin typeface="Georgia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1363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6860"/>
                </a:solidFill>
                <a:latin typeface="Calibri"/>
              </a:defRPr>
            </a:pPr>
            <a:r>
              <a:t>Offline journal + on-device transcription. Zero hosting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6860"/>
                </a:solidFill>
                <a:latin typeface="Georgia"/>
              </a:defRPr>
            </a:pPr>
            <a:r>
              <a:t>$2/mo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776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6860"/>
                </a:solidFill>
                <a:latin typeface="Calibri"/>
              </a:defRPr>
            </a:pPr>
            <a:r>
              <a:t>Cloud sync + MCP access — your notes available to any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6860"/>
                </a:solidFill>
                <a:latin typeface="Georgia"/>
              </a:defRPr>
            </a:pPr>
            <a:r>
              <a:t>$5/mo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165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6860"/>
                </a:solidFill>
                <a:latin typeface="Calibri"/>
              </a:defRPr>
            </a:pPr>
            <a:r>
              <a:t>Cloud transcription + cleanup — server-side, better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37760"/>
            <a:ext cx="9601200" cy="502920"/>
          </a:xfrm>
          <a:prstGeom prst="round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7C59"/>
                </a:solidFill>
                <a:latin typeface="Georgia"/>
              </a:defRPr>
            </a:pPr>
            <a:r>
              <a:t>$10/mo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056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6860"/>
                </a:solidFill>
                <a:latin typeface="Calibri"/>
              </a:defRPr>
            </a:pPr>
            <a:r>
              <a:t>AI reflections, vector search, and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A9690"/>
                </a:solidFill>
                <a:latin typeface="Calibri"/>
              </a:defRPr>
            </a:pPr>
            <a:r>
              <a:t>100M+ people already pay $20+/mo for AI. We’re not competing with that subscription —</a:t>
            </a:r>
            <a:br/>
            <a:r>
              <a:t>we’re the $2–10 add-on that makes it dramatically better. Free tier = zero hosting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Profitable by year three.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3017520"/>
          <a:ext cx="7498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3F0EA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3F0EA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3F0EA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A9690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3F0EA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Free users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75,000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Paid subscribers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Avg rev / subscriber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~$5/mo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~$5/mo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~$5/mo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F0F8F2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7C59"/>
                          </a:solidFill>
                          <a:latin typeface="Calibri"/>
                        </a:defRPr>
                      </a:pPr>
                      <a:r>
                        <a:t>~$30K</a:t>
                      </a:r>
                    </a:p>
                  </a:txBody>
                  <a:tcPr>
                    <a:solidFill>
                      <a:srgbClr val="F0F8F2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7C59"/>
                          </a:solidFill>
                          <a:latin typeface="Calibri"/>
                        </a:defRPr>
                      </a:pPr>
                      <a:r>
                        <a:t>~$480K</a:t>
                      </a:r>
                    </a:p>
                  </a:txBody>
                  <a:tcPr>
                    <a:solidFill>
                      <a:srgbClr val="F0F8F2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A7C59"/>
                          </a:solidFill>
                          <a:latin typeface="Calibri"/>
                        </a:defRPr>
                      </a:pPr>
                      <a:r>
                        <a:t>~$3M</a:t>
                      </a:r>
                    </a:p>
                  </a:txBody>
                  <a:tcPr>
                    <a:solidFill>
                      <a:srgbClr val="F0F8F2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Team costs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~$150K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~$400K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~$800K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Infra + COGS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~$10K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~$100K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~$400K</a:t>
                      </a:r>
                    </a:p>
                  </a:txBody>
                  <a:tcPr>
                    <a:solidFill>
                      <a:srgbClr val="FAF8F4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C2A26"/>
                          </a:solidFill>
                          <a:latin typeface="Calibri"/>
                        </a:defRPr>
                      </a:pPr>
                      <a:r>
                        <a:t>Total opex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~$160K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~$500K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6B6860"/>
                          </a:solidFill>
                          <a:latin typeface="Calibri"/>
                        </a:defRPr>
                      </a:pPr>
                      <a:r>
                        <a:t>~$1.2M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4E0D8"/>
                      </a:solidFill>
                    </a:lnL>
                    <a:lnR w="6350">
                      <a:solidFill>
                        <a:srgbClr val="E4E0D8"/>
                      </a:solidFill>
                    </a:lnR>
                    <a:lnT w="6350">
                      <a:solidFill>
                        <a:srgbClr val="E4E0D8"/>
                      </a:solidFill>
                    </a:lnT>
                    <a:lnB w="6350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690"/>
                </a:solidFill>
                <a:latin typeface="Calibri"/>
              </a:defRPr>
            </a:pPr>
            <a:r>
              <a:t>100M+ AI users are all potential customers. Conservative given the scale of the opportunity.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TEAM &amp;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Self-funded.</a:t>
            </a:r>
            <a:br/>
            <a:r>
              <a:t>Built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10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7C5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860"/>
                </a:solidFill>
                <a:latin typeface="Calibri"/>
              </a:defRPr>
            </a:pPr>
            <a:r>
              <a:t>Working app with local voice transcription + graph-native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941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7C5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860"/>
                </a:solidFill>
                <a:latin typeface="Calibri"/>
              </a:defRPr>
            </a:pPr>
            <a:r>
              <a:t>MCP server with Notes, Tags, Links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78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7C5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059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860"/>
                </a:solidFill>
                <a:latin typeface="Calibri"/>
              </a:defRPr>
            </a:pPr>
            <a:r>
              <a:t>Functional pendant prototype (on stage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62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7C59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43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860"/>
                </a:solidFill>
                <a:latin typeface="Calibri"/>
              </a:defRPr>
            </a:pPr>
            <a:r>
              <a:t>Daily beta launching this month · PBC incorporated in Colorado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017520"/>
            <a:ext cx="4572000" cy="2926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6576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2A26"/>
                </a:solidFill>
                <a:latin typeface="Calibri"/>
              </a:defRPr>
            </a:pPr>
            <a:r>
              <a:t>Aaron Gabriel Neyer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8862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860"/>
                </a:solidFill>
                <a:latin typeface="Calibri"/>
              </a:defRPr>
            </a:pPr>
            <a:r>
              <a:t>Founder · Product &amp;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2A26"/>
                </a:solidFill>
                <a:latin typeface="Calibri"/>
              </a:defRPr>
            </a:pPr>
            <a:r>
              <a:t>Jon Bo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343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860"/>
                </a:solidFill>
                <a:latin typeface="Calibri"/>
              </a:defRPr>
            </a:pPr>
            <a:r>
              <a:t>Daily co-lead · Founding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5720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2A26"/>
                </a:solidFill>
                <a:latin typeface="Calibri"/>
              </a:defRPr>
            </a:pPr>
            <a:r>
              <a:t>Lucian Hymer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8006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860"/>
                </a:solidFill>
                <a:latin typeface="Calibri"/>
              </a:defRPr>
            </a:pPr>
            <a:r>
              <a:t>Server co-lead · Founding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0292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2A26"/>
                </a:solidFill>
                <a:latin typeface="Calibri"/>
              </a:defRPr>
            </a:pPr>
            <a:r>
              <a:t>Marvin Melzer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2578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860"/>
                </a:solidFill>
                <a:latin typeface="Calibri"/>
              </a:defRPr>
            </a:pPr>
            <a:r>
              <a:t>Hardware · Pendant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C2A26"/>
                </a:solidFill>
                <a:latin typeface="Calibri"/>
              </a:defRPr>
            </a:pPr>
            <a:r>
              <a:t>Neil Yarnal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7150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860"/>
                </a:solidFill>
                <a:latin typeface="Calibri"/>
              </a:defRPr>
            </a:pPr>
            <a:r>
              <a:t>Brand &amp;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690"/>
                </a:solidFill>
                <a:latin typeface="Calibri"/>
              </a:defRPr>
            </a:pPr>
            <a:r>
              <a:t>MA Ecopsychology · MS Creative Technology &amp; Design (CU ATLAS, graduating May 2026) · Founding engineer ×2 · Ex-Google · 10+ years full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9690"/>
                </a:solidFill>
                <a:latin typeface="Calibri"/>
              </a:defRPr>
            </a:pPr>
            <a:r>
              <a:t>parachute.computer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A7C59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2C2A26"/>
                </a:solidFill>
                <a:latin typeface="Georgia"/>
              </a:defRPr>
            </a:pPr>
            <a:r>
              <a:t>Raising $300K to launch</a:t>
            </a:r>
            <a:br/>
            <a:r>
              <a:t>the memory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690"/>
                </a:solidFill>
                <a:latin typeface="Calibri"/>
              </a:defRPr>
            </a:pPr>
            <a:r>
              <a:t>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2A26"/>
                </a:solidFill>
                <a:latin typeface="Georgia"/>
              </a:defRPr>
            </a:pPr>
            <a:r>
              <a:t>SAFE (YC standard)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690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2A26"/>
                </a:solidFill>
                <a:latin typeface="Georgia"/>
              </a:defRPr>
            </a:pPr>
            <a:r>
              <a:t>Core team full-time through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690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251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2A26"/>
                </a:solidFill>
                <a:latin typeface="Georgia"/>
              </a:defRPr>
            </a:pPr>
            <a:r>
              <a:t>Production launch by June · revenue immediately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2C2A26"/>
                </a:solidFill>
                <a:latin typeface="Georgia"/>
              </a:defRPr>
            </a:pPr>
            <a:r>
              <a:t>A memory layer for humans and AI</a:t>
            </a:r>
            <a:br/>
            <a:r>
              <a:t>to think and remember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690"/>
                </a:solidFill>
                <a:latin typeface="Calibri"/>
              </a:defRPr>
            </a:pPr>
            <a:r>
              <a:t>Aaron Gabriel Neyer  ·  aaron@parachute.computer  ·  (513) 593-1721  ·  Boulder, 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